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D66BE-55A4-B879-FB07-769233EBB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BE8FC7-A500-EF9C-D926-188140682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D0D8A-B38E-2281-5FF1-CB0E444A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FBC167-56FC-C95D-D930-CF30B92B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3E696C-CCDA-5483-1948-145A04BE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71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9A3EC-1DAB-B523-4D8E-21E7874C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8A56E-D4D3-3B8F-AA3D-F7CBE1EB1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3D57AC-FED1-019F-0684-61BE16C7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4946E7-6518-E3DE-FE5A-75C33A6C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4913F4-F029-0845-CD23-6DE6510A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80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1CB45-3874-9328-D9A3-25A23DB1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CA0548-671F-2730-6690-67E1882BC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2030D-CF83-648B-1070-0C7F6731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BD736C-7D95-3B66-C32D-C2D06BCF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EB0F1E-8ACD-BB78-8749-21AC525C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38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7D237-1A4F-956E-2870-7AF336AF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BA5D2A-0229-B467-4BF0-0D3FF6F06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B79D3-EB9A-B642-2D1C-34DA30F0A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FD5476-6632-F5BF-0DCC-462B5D2A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69B75F-73DA-E314-BDFA-5E98B78F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DB50A0-A26A-9633-3E3F-F990A160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87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80D28-4EC9-0DBF-46DA-48739E2A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D7EB66-A4B4-7463-B043-2B09B2FB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6DD331-7495-A74F-211A-D203EAF91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B6218A-FF42-36EA-8451-5C14ACDB2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9991D7E-B2C1-26EB-0900-36E6560B6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9D4788-858F-DCF5-7ECB-A1A99880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135E27-AEF9-CE1E-DE8A-5336230B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F8A639-F4A6-62C7-4EBA-95638F12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2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2685A-E91D-753B-600B-C53D6878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1A0063-42FA-AC0B-55B2-0BBDDDC9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326951-B1DC-2795-4800-1166D28B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FE6777-229F-DEA0-3BA2-BEDAEDB3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47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2629D6-647D-82EC-81AD-3A982FAA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891322-DC86-2CC5-763C-E512155F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1EEE7E-FB7F-D5CB-227E-012233A8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06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08290-94C3-A22A-641A-0AEF0C26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C70F9C-13BB-4F5E-EA27-AC91EA293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5AF7AC-23DD-BEDF-CD4D-4D2FD229F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F868E3-09AC-A00F-2449-A00818DF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633B1F-8806-BA4A-FD88-B8671493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A48CDA-7BC8-9BE3-4B9A-2D65AD9D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0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5CEBB-F5EB-F4CC-FFBC-19F5A6F7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8858C5-C07A-BC2A-636B-19E0A728C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E09CF-7753-AF82-DFE1-03BE51F74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E84F10-9DBF-1DDF-91C2-0FCC8CC5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A25F6F-A14B-07C3-793A-F1F1C619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80308C-3CDB-98FB-E421-1E0C3320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53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404BD-F8D4-FE7C-74ED-94E49EEC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E7BD44-7189-3553-EF5A-331BCBF13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793DA4-8D4D-4919-CDBF-E0E0A669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88298-52ED-3551-0840-99EAED0D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4A1E4-43F1-CF5C-C76E-472421A0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98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A1C8C7-AF17-D372-B599-9A08884C1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958C66-8FFB-CC86-13A3-F1AC2FF19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281462-BFD2-CF2E-D9CD-E4F191A2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AD66EE-0306-4169-C3A7-5C3912F6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66CAF3-9636-0764-B837-87ADE710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55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00EF5A-2D96-2F10-849B-2D57DD53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366606-5C23-B6D6-B860-4FE523ED9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C8D624-4CD0-44EC-FCF8-805F52903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9067A-926A-4F91-B7AE-7AC6F651DD3F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77E924-3319-19DC-C272-803FEC6C0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FD9EC9-64E4-3080-6E32-EB950482D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480B6-C421-4DC2-BA7E-81BCB3D201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72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7EF94A-643B-9FE2-F08B-CB0F60512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884"/>
            <a:ext cx="12192000" cy="551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5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03759A7-7B5F-9064-C60F-5444E9A25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486"/>
            <a:ext cx="12192000" cy="370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5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15D8CEE-EFF6-43F7-EB92-F049CDC03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969"/>
            <a:ext cx="12192000" cy="520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55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CARRARA SSP-DF</dc:creator>
  <cp:lastModifiedBy>CARRARA SSP-DF</cp:lastModifiedBy>
  <cp:revision>1</cp:revision>
  <dcterms:created xsi:type="dcterms:W3CDTF">2026-07-06T21:35:14Z</dcterms:created>
  <dcterms:modified xsi:type="dcterms:W3CDTF">2026-07-06T21:36:39Z</dcterms:modified>
</cp:coreProperties>
</file>